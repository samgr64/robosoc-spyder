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2.jpg"/><Relationship Id="rId5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GB"/>
              <a:t>SPIDERS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(with a Y)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WHAT IS IT</a:t>
            </a:r>
            <a:endParaRPr/>
          </a:p>
        </p:txBody>
      </p:sp>
      <p:pic>
        <p:nvPicPr>
          <p:cNvPr descr="Ways to Move Your Robot | Servo Magazine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76" y="1522628"/>
            <a:ext cx="2859024" cy="25731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xy the Hexapod - Low-Cost Six-Legged Open Robot by ArcBotics — Kickstarter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5778" y="1522626"/>
            <a:ext cx="3856671" cy="2573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rything You Need to Put Together an Awesome Hexapod | by Jeremy S. Cook | Medium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4850" y="1623324"/>
            <a:ext cx="31623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048000" y="4873707"/>
            <a:ext cx="64017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hexapod spider robot can take many forms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WHAT WE’VE DONE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0783" y="1737446"/>
            <a:ext cx="3524642" cy="348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6096000" y="1971938"/>
            <a:ext cx="5446695" cy="30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WHAT WE’VE DONE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0783" y="1737446"/>
            <a:ext cx="3524642" cy="348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6096000" y="1971938"/>
            <a:ext cx="5446695" cy="301981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3209925" y="5581650"/>
            <a:ext cx="550766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aren’t making this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WHAT YOU’RE DOING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838200" y="197192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Simple robust designs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6-legs,  medium sized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Up to three servos per leg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Focus on making a spider that can walk on its own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Give it your own flair and do what works for you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WHAT’S AN EXAMPLE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HOW IT WORKS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CAD Software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Up to you, but we strongly recommend Fusion360</a:t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2674" y="2804943"/>
            <a:ext cx="7210425" cy="321009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2457450" y="6311900"/>
            <a:ext cx="5694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sure to use your university e-mail when registering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838200" y="63500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Create sketches, set dimensions, and extrude them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Work in a hub with a team to share parts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Parts should overlap and connect to form the complete model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85355"/>
            <a:ext cx="12192000" cy="2639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Basic Design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761" y="1757363"/>
            <a:ext cx="5744377" cy="392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6972300" y="1895475"/>
            <a:ext cx="41345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 unit can be variable (Raspberry Pi,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Arduino, ESP32, etc)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6972300" y="2905125"/>
            <a:ext cx="44865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sure every part can only draw up to its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needed current and voltage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628650" y="6635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Three-servo design:</a:t>
            </a:r>
            <a:br>
              <a:rPr lang="en-GB"/>
            </a:br>
            <a:br>
              <a:rPr lang="en-GB"/>
            </a:br>
            <a:r>
              <a:rPr lang="en-GB"/>
              <a:t>First servo controls horizontal rotation, second servo controls</a:t>
            </a:r>
            <a:br>
              <a:rPr lang="en-GB"/>
            </a:br>
            <a:r>
              <a:rPr lang="en-GB"/>
              <a:t>hind leg rotation, last servo acts as knee</a:t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9220" y="1991200"/>
            <a:ext cx="3500755" cy="30237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987552" y="3273552"/>
            <a:ext cx="6487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legs are touching the ground at any</a:t>
            </a:r>
            <a:r>
              <a:rPr lang="en-GB" sz="2800">
                <a:solidFill>
                  <a:schemeClr val="dk1"/>
                </a:solidFill>
              </a:rPr>
              <a:t> </a:t>
            </a:r>
            <a:r>
              <a:rPr lang="en-GB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moment to provide stability (gait)</a:t>
            </a:r>
            <a:endParaRPr/>
          </a:p>
        </p:txBody>
      </p:sp>
      <p:pic>
        <p:nvPicPr>
          <p:cNvPr descr="3. Fundamentals of Hexapod Robot | Details | Hackaday.io" id="150" name="Google Shape;1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5800" y="4675475"/>
            <a:ext cx="3794250" cy="21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Key warnings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Keep the chassis and overall size under ~25 cm to ensure it </a:t>
            </a:r>
            <a:br>
              <a:rPr lang="en-GB"/>
            </a:br>
            <a:r>
              <a:rPr lang="en-GB"/>
              <a:t>can fit for the printers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Have an idea of the overall placement from the start</a:t>
            </a:r>
            <a:br>
              <a:rPr lang="en-GB"/>
            </a:br>
            <a:r>
              <a:rPr lang="en-GB"/>
              <a:t>(recommended to draw a sketch)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Leave space for wires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Ensure screw hole sizes are right from the start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Be flexible (things aren’t going to go right)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Programming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Multiple viable methods</a:t>
            </a:r>
            <a:br>
              <a:rPr lang="en-GB"/>
            </a:br>
            <a:r>
              <a:rPr lang="en-GB"/>
              <a:t>(inverse kinematics,</a:t>
            </a:r>
            <a:br>
              <a:rPr lang="en-GB"/>
            </a:br>
            <a:r>
              <a:rPr lang="en-GB"/>
              <a:t>sensors, etc)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Focus on just getting it </a:t>
            </a:r>
            <a:br>
              <a:rPr lang="en-GB"/>
            </a:br>
            <a:r>
              <a:rPr lang="en-GB"/>
              <a:t>to move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Stability is key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It’s good to know from </a:t>
            </a:r>
            <a:br>
              <a:rPr lang="en-GB"/>
            </a:br>
            <a:r>
              <a:rPr lang="en-GB"/>
              <a:t>the start, but worry about </a:t>
            </a:r>
            <a:br>
              <a:rPr lang="en-GB"/>
            </a:br>
            <a:r>
              <a:rPr lang="en-GB"/>
              <a:t>it later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Programming language:  Up to you, but almost certainly C++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8776" y="2156601"/>
            <a:ext cx="6825399" cy="282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What to start with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Download Fusion360 (USE UNI EMAIL FOR STUDENT LICENSE)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Form teams of 3 to 5 (don’t work alone)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Go home and get to grips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Have fun or else this project is dead (cry)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